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7203CB-13A5-46FB-9B7A-5EC8F2FC03B0}">
  <a:tblStyle styleId="{917203CB-13A5-46FB-9B7A-5EC8F2FC03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956275" y="9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{917203CB-13A5-46FB-9B7A-5EC8F2FC03B0}</a:tableStyleId>
              </a:tblPr>
              <a:tblGrid>
                <a:gridCol w="3615725"/>
                <a:gridCol w="3615725"/>
              </a:tblGrid>
              <a:tr h="186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90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Seniors</a:t>
                      </a:r>
                      <a:endParaRPr sz="790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90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Juniors</a:t>
                      </a:r>
                      <a:endParaRPr sz="790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90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Sophs</a:t>
                      </a:r>
                      <a:endParaRPr sz="790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90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Frosh</a:t>
                      </a:r>
                      <a:endParaRPr sz="790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